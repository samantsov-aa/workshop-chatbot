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Привітайтеся і скажіть, що наприкінці заняття в кожного буде власний агент, який відповідає за документами. Запитайте клас: хто вже користувався ChatGPT, Gemini чи Claude? Для чого? Це розігріває аудиторію і дає приклади для наступних слайдів.</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Покажіть маршрут заняття. Наголосіть: на кожному кроці буде робочий результат, тож навіть якщо хтось не встигне до кінця, у нього вже буде працюючий бот. Роздайте робочі аркуші.</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Ключова ідея заняття. Модель — це «мозок», але без інструкцій вона не знає своєї ролі, без знань вигадує, а без інтерфейсу з нею ніхто не поговорить. Агент — це програма, яка поєднує все це. Можна навести приклад UniAgent: бот для студентів, який відповідає за матеріалами курсу.</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Попросіть клас продовжити фразу вголос — більшість скаже «вікні» або «дивані». Саме так працює модель: вона вивчила мільярди текстів і знає, які слова зазвичай ідуть далі. Вона не перевіряє факти, а продовжує текст найімовірнішим способом. Числа на слайді умовні.</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Модель не бачить літер чи цілих слів. Спершу текст ріжуть на токени — шматки, які часто трапляються в текстах. Англійських текстів модель бачила більше, тому англійські слова ріжуться на менше шматків: те саме речення українською займає 10 токенів, англійською — 7. Числа справжні, їх порахувала модель Gemini. Як саме ріжеться слово, на слайді показано приблизно. Чому це важливо: модель вгадує наступний токен (попередній слайд), за токени платять, і в кроці 2 ми побачимо, скільки токенів «з’їдає» кожне питання.</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Вигадану, але впевнену відповідь називають галюцинацією. Модель не бачила розкладу нашої бібліотеки, тому дописала найправдоподібніший текст. Насправді в п’ятницю бібліотека працює до 14:00 — це є в наших матеріалах. Через 40 хвилин ми навчимо бота відповідати правильно.</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Якщо ви підготували комп’ютери заздалегідь, учні виконують лише останню команду. Поясніть, що API-ключ — це пароль програми до сервісу Google: з ним хтось інший може витрачати ваші гроші. Тому ключ живе у файлі .env, який не потрапляє в інтернет.</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Пройдіться кодом зверху вниз. Підкресліть: тут немає жодної магії — ми просто надсилаємо текст у сервіс Google і друкуємо відповідь. Хай учні запустять файл і виконають завдання 1.1, особливо питання про пам’ять і про шкільну бібліотеку: бот, найімовірніше, вигадає відповідь.</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Учні міняють два рядки на початку step1_chat.py і щоразу перезапускають файл. Мета — відчути, що поведінку агента задає текст інструкції, а не програмування. Temperature 0 дає стримані й передбачувані відповіді (добре для фактів), високе значення — творчі й несподівані (добре для ідей). Попросіть 2–3 учнів зачитати найкумедніший результат.</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Поверніться до питання про бібліотеку, на яке бот вигадав відповідь. Запитайте клас: як дати боту наші документи? Зберіть ідеї. Найчастіше пропонують «просто вставити текст» — це і є шлях 1, спробуємо його першим.</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Учні запускають step2_context.py і знову питають про бібліотеку: тепер відповідь правильна. Потім питають про гурток робототехніки — його у файлі немає, і бот має чесно сказати, що не знає. Обговоріть таблицю: що буде, якщо файлів сотня? Токени — це те, за що платять. Тут весь файл їде з кожним питанням.</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Аналогія з бібліотекарем: він не пам’ятає всі книжки напам’ять, але знає, де шукати. Спершу знаходить 2–3 потрібні сторінки, потім відповідає за ними. Верхній рядок ми робимо один раз, коли завантажуємо файли. Нижній — щоразу, коли учень ставить питання. Модель читає лише знайдені шматки, а не всі файли, тому це швидко й дешево навіть для тисяч сторінок.</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Покажіть, що різниця між звичайним чатом і агентом з RAG — фактично один параметр tools. Решту роботи (розрізання, пошук, вибір шматків) виконує сервіс File Search від Google. Поки йде завантаження (1–2 хв), запитайте, які файли учні хочуть дати своєму агенту. Назви файлів можуть бути кирилицею: скрипт це враховує.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 справжній вивід step4_rag_chat.py на прикладних матеріалах. Звертайте увагу учнів на рядок «Джерела»: так ми перевіряємо, звідки агент узяв відповідь. Відповідь без джерел — сигнал перевірити її самому. Третій тест найважливіший: хороший агент визнає, що не знає, замість вигадувати.</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Учні переписують SYSTEM_PROMPT під свою тему (10–15 хв). Підкажіть: що конкретніша інструкція, то передбачуваніший агент. Пункт «Межі» найважливіший: саме він рятує від вигадок. У шаблоні є ще «секретне слово» — воно знадобиться для гри на наступному слайді.</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 знайомство з prompt injection — спробою обдурити агента хитрим текстом. Наш тестовий агент відмовився назвати секретне слово «вчителю», але інші атаки можуть спрацювати: це нормально і саме цікаве. Після гри запитайте, які атаки спрацювали і як команди залатали промпт.</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Підсумуйте гру. Агент не відрізняє «справжнього вчителя» від учня, який так назвався: для нього це просто текст. Тому правила треба писати так, щоб їх не можна було обійти словами. Те саме стосується документів: якщо у файлі написано «ігноруй інструкції», агент має сприймати це як дані.</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Коротко, 3 хвилини. Документи, які ми завантажуємо, потрапляють на сервери Google, тож особисті дані туди не кладемо. За відповідь агента відповідає той, хто його зробив. Добре питання для класу: хто винен, якщо агент дав неправильну пораду?</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Якщо команд більше п’яти, оберіть охочих або проведіть демо в парах. Голосування — підняттям рук або на папірцях. Наприкінці 2–3 хвилини на рефлексію з останнього розділу робочого аркуша.</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Завершіть заняття. Скажіть, що код можна забрати додому, але ключ лишається в школі: удома знадобиться власний ключ від дорослих. Після уроку запустіть python cleanup.py на кожному комп’ютері, щоб видалити сховища з хмари.</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